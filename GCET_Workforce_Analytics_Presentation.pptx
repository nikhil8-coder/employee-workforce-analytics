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188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GEETHANJALI COLLEGE OF ENGINEERING AND TECHNOLOGY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(UGC Autonomous)  •  Affiliated to JNTUH  •  Approved by AICTE</a:t>
            </a:r>
          </a:p>
          <a:p>
            <a:pPr>
              <a:spcBef>
                <a:spcPts val="400"/>
              </a:spcBef>
              <a:defRPr sz="1200" b="1">
                <a:solidFill>
                  <a:srgbClr val="4338CA"/>
                </a:solidFill>
              </a:defRPr>
            </a:pPr>
            <a:r>
              <a:t>Computer Science and Engineering – Artificial Intelligence and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MACHINE LEARNING INTERNSHIP / MAJOR PROJECT</a:t>
            </a:r>
          </a:p>
          <a:p>
            <a:pPr>
              <a:defRPr sz="1800" b="1">
                <a:solidFill>
                  <a:srgbClr val="1E3A8A"/>
                </a:solidFill>
              </a:defRPr>
            </a:pPr>
            <a:r>
              <a:t>UNLOX ACADEMY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698480" cy="19202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149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3A8A"/>
                </a:solidFill>
              </a:defRPr>
            </a:pPr>
            <a:r>
              <a:t>Enterprise Workforce Intelligence &amp; Compensation Analytics Platform</a:t>
            </a:r>
          </a:p>
          <a:p>
            <a:pPr>
              <a:spcBef>
                <a:spcPts val="800"/>
              </a:spcBef>
              <a:defRPr sz="1250">
                <a:solidFill>
                  <a:srgbClr val="1E293B"/>
                </a:solidFill>
              </a:defRPr>
            </a:pPr>
            <a:r>
              <a:t>AI-powered workforce data analysis using Pandas, statistical dispersion, Tukey IQR anomaly detection,</a:t>
            </a:r>
            <a:br/>
            <a:r>
              <a:t>and Random Forest machine-learning compensation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G. Shiva Shankar Vara Prasad  /  Nikhil (Nikhil8-coder)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3rd Year • CSE (AI&amp;ML) • Roll No: 24R11A66C0 • Section: B</a:t>
            </a:r>
          </a:p>
          <a:p>
            <a:pPr>
              <a:spcBef>
                <a:spcPts val="400"/>
              </a:spcBef>
              <a:defRPr sz="1100">
                <a:solidFill>
                  <a:srgbClr val="4338CA"/>
                </a:solidFill>
              </a:defRPr>
            </a:pPr>
            <a:r>
              <a:t>Unlox Job Bridge Initiative • First Contact in Machine Learning</a:t>
            </a:r>
            <a:br/>
            <a:r>
              <a:t>GitHub Repository: https://github.com/Nikhil8-coder/employee-workforce-analytics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Introduction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85800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About the Internship Project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Developed an Enterprise Workforce Intelligence &amp; Compensation Analytics Platform as a practical AI/ML project.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The application performs automated data ingestion, schema normalization, and exploratory employee data analysis.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Combines statistical dispersion metrics (Mean, Median, Std Dev, IQR), demographic pay equity audits, and Tukey IQR outlier detection.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A machine-learning Random Forest regression model is used to forecast fair market compensation benchmarks.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The application is implemented as an interactive Streamlit web app and published on GitHub Pages with automated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14630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53619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Project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Enterprise Workforce Intelligence &amp;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566160" cy="14630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18211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4338CA"/>
                </a:solidFill>
              </a:defRPr>
            </a:pPr>
            <a:r>
              <a:t>Core Idea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Combine statistical dispersion with ML regression instead of relying on basic spreadsheet averages.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663440"/>
            <a:ext cx="3566160" cy="14630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4828032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Interface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Interactive Streamlit web app with dynamic threshold filtering, Altair charts, and 1-click exports.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Related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85800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Workforce Analytics &amp; Compensation Modeling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Workforce compensation analysis requires understanding both tabular financial attributes and multi-departmental structures.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Traditional spreadsheets rely on company-wide averages, masking internal salary compression and wage skewness.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Demographic equity audits reveal unadjusted gender pay ratios and departmental disparity indices.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Statistical Tukey IQR boundaries isolate compensation anomalies without assuming Gaussian distribution.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Predictive Machine Learning models establish objective market-parity baselines to guide fair hiring and retention.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Descriptive Signal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Pandas aggregations &amp; summary KPIs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606040"/>
            <a:ext cx="356616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7432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338CA"/>
                </a:solidFill>
              </a:defRPr>
            </a:pPr>
            <a:r>
              <a:t>Dispersion Signal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Tukey IQR fences &amp; Z-scores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840480"/>
            <a:ext cx="3566160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9776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Equity Signal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Demographic parity &amp; departmental share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5074920"/>
            <a:ext cx="356616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52120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Final Step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ML-based Predictive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Technologies 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Python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Core programming language for data analytics and ML.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Pandas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Loads, transforms, filters, and groups the employee dataset.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NumPy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Numerical computation, array transformations, and IQR metrics.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Scikit-learn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Random Forest Regressor, Pipeline, and ColumnTransformer.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21208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Streamlit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Builds the reactive, interactive web application.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37160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Altair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Interactive histograms, density curves, and statistical boxplots.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33172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4231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OpenPyXL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Generates styled, multi-sheet formatted Excel workbooks (.xlsx).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29184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3832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Tabulate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Formats clean ASCII and fancy-grid tables in the CLI.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25196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434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Chart.js &amp; Tailwind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Powers the zero-dependency client-side HTML web app.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5212080"/>
            <a:ext cx="51206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53035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GitHub Pages &amp; Actions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Provides automated CI/CD and free global cloud web hosting.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Enterprise Workforce Intelligence &amp; Analytics System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Ingest employee datasets seamlessly from CSV, Excel (.xlsx, .xls), or JSON formats.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Calculate company-wide executive summary KPIs (Total Headcount, Annual Payroll, Mean/Median Base Salary).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Generate granular departmental breakdowns with headcount share, payroll budget allocation, and average tenure.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Perform statistical anomaly detection using Tukey IQR rules (1.5x IQR) to flag potential wage compression.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Audit demographic pay parity to measure unadjusted gender compensation gaps.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Train an ensemble Random Forest regression model to predict fair market compensation benchmarks (R² ~ 0.970).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Provide dynamic multi-criteria filtering with 1-click export to styled Excel, standalone HTML briefs, and CSV.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Deploy the application as a publicly accessible, interactive web dashboard on GitHub Pages and Streamlit.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Data &amp; Profile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3A8A"/>
                </a:solidFill>
              </a:defRPr>
            </a:pPr>
            <a:r>
              <a:t>User Profile &amp; Employee Dataset</a:t>
            </a:r>
          </a:p>
          <a:p>
            <a:pPr>
              <a:spcAft>
                <a:spcPts val="1600"/>
              </a:spcAft>
              <a:defRPr sz="1150">
                <a:solidFill>
                  <a:srgbClr val="1E293B"/>
                </a:solidFill>
              </a:defRPr>
            </a:pPr>
            <a:r>
              <a:t>The application loads employee profiles from data/employees.csv and combines multiple attributes into an enriched workforce representation.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7432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632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Employee 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7432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80" y="30632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Full 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7432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30632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Gender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27432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30632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Department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27432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30632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Job Title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1148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Salary (Base)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1148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4348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Bonus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41148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4348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Experience Years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41148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348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Performance Score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4114800"/>
            <a:ext cx="1920240" cy="10972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4434840"/>
            <a:ext cx="1737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3A8A"/>
                </a:solidFill>
              </a:defRPr>
            </a:pPr>
            <a:r>
              <a:t>Location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486400"/>
            <a:ext cx="10149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338CA"/>
                </a:solidFill>
              </a:defRPr>
            </a:pPr>
            <a:r>
              <a:t>Derived Attributes: Experience Band (Entry, Junior, Mid, Senior, Lead)  •  Salary Quartiles (Q1 to Q4)  •  Total Compensation (Base + Bonus)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Hybrid Matching &amp; Scoring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101498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Three analytical signals are combined into an intelligent workforce compensation audit.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77440"/>
            <a:ext cx="3200400" cy="21031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E3A8A"/>
                </a:solidFill>
              </a:defRPr>
            </a:pPr>
            <a:r>
              <a:t>Statistical Dispersion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Central Tendency &amp; Variance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μ = Σ Salary / N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IQR = Q3 - Q1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Weight: 40%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77440"/>
            <a:ext cx="3200400" cy="21031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4338CA"/>
                </a:solidFill>
              </a:defRPr>
            </a:pPr>
            <a:r>
              <a:t>Tukey IQR Anomaly Score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Outlier Boundary Fences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Upper = Q3 + 1.5 × IQR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Lower = Q1 - 1.5 × IQR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Weight: 35%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377440"/>
            <a:ext cx="3200400" cy="21031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256032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E3A8A"/>
                </a:solidFill>
              </a:defRPr>
            </a:pPr>
            <a:r>
              <a:t>Demographic Parity Ratio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Pay Gap Metric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Ratio = (Female μ / Male μ) * 100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Gap = 100% - Ratio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</a:defRPr>
            </a:pPr>
            <a:r>
              <a:t>Weight: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Final Compa-Ratio Benchmark:   Compa-Ratio = Actual Salary / ML Predicted Market Salary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The resulting records are benchmarked into Under-Compensated (&lt;90%), Market Aligned (90-110%), and Premium Compensated (&gt;110%).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Load Dataset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Choose CSV, Excel or 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611880" y="1828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331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Clean &amp; Normalize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Map schema column aliases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0" y="1828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31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Compute KPIs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Headcount, Payroll, Mean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645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06840" y="1828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331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Dispersion &amp; Parity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Department shares &amp; 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114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Detect Outliers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Calculate 1.5x IQR bounds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3931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11880" y="4114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617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ML Compensation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Random Forest Regressor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931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0" y="4114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617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Benchmark Roster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Compa-Ratio classification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931920"/>
            <a:ext cx="25146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006840" y="4114800"/>
            <a:ext cx="411480" cy="411480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461772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Interactive Display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Streamlit &amp; GitHub Pages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Work Done –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Profile Data &amp; Sanitization Engine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Loaded employee datasets from data/employees.csv supporting CSV, Excel (.xlsx, .xls), and JSON.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Normalized heterogeneous column headers using intelligent alias matching (e.g. 'CTC', 'Annual_Salary').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Handled missing data by imputing default IDs, names, and mean performance scores.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Derived analytical features: Experience Bands (Entry, Junior, Mid, Senior, Lead) and Salary Quartiles (Q1 to Q4).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Calculated Total Compensation by combining Base Salary with percentage bonus awards.</a:t>
            </a:r>
          </a:p>
          <a:p>
            <a:pPr>
              <a:defRPr sz="1100" b="1">
                <a:solidFill>
                  <a:srgbClr val="4338CA"/>
                </a:solidFill>
              </a:defRPr>
            </a:pPr>
            <a:r>
              <a:t>Technologies: Pandas • NumPy • OpenPyXL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818CF8"/>
                </a:solidFill>
              </a:defRPr>
            </a:pPr>
            <a:r>
              <a:t>📁 src/data_loader.py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343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def _normalize_columns(self, df: pd.DataFrame) -&gt; pd.DataFrame: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df = df.copy()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current_cols = {col.lower().strip().replace(" ", "_"): col 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        for col in df.columns}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rename_map = {}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for standard_name, aliases in COLUMN_ALIASES.items():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for alias in aliases: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norm = alias.lower().strip().replace(" ", "_")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if norm in current_cols: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    rename_map[current_cols[norm]] = standard_name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    break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df.rename(columns=rename_map, inplace=True)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return df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def _derive_features(self, df: pd.DataFrame) -&gt; pd.DataFrame: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df["Experience_Band"] = df["Experience_Years"].apply(assign_band)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df["Total_Compensation"] = df["Salary"] + df["Bonus_Amount"]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df["Salary_Quartile"] = pd.qcut(df["Salary"], q=4, 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labels=["Q1 (Entry)", "Q2 (Mid-)", "Q3 (Mid+)", "Q4 (Top)"])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return df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Work Done –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Analytics &amp; Anomaly Detection Engine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Implemented executive summary metrics: Headcount, Total Payroll, Mean, Median, Std Dev, and IQR.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Grouped by Department to compute Headcount share %, Payroll allocation %, and Average Experience.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Engineered Tukey IQR Outlier Detection (Q1 - 1.5x IQR, Q3 + 1.5x IQR) to flag wage anomalies.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Audited demographic pay parity measuring Female-to-Male salary ratio and unadjusted gender pay gap.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Implemented dynamic multi-criteria filtering for custom salary thresholds, departments, and experience.</a:t>
            </a:r>
          </a:p>
          <a:p>
            <a:pPr>
              <a:defRPr sz="1100" b="1">
                <a:solidFill>
                  <a:srgbClr val="4338CA"/>
                </a:solidFill>
              </a:defRPr>
            </a:pPr>
            <a:r>
              <a:t>Analytics Scope: Executive KPIs • Department Aggregations • IQR Fences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818CF8"/>
                </a:solidFill>
              </a:defRPr>
            </a:pPr>
            <a:r>
              <a:t>📁 src/analytics_engine.py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343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def detect_outliers(self, method="iqr", threshold=1.5):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sal = self.df["Salary"]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if method == "iqr":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q1 = sal.quantile(0.25)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q3 = sal.quantile(0.75)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iqr = q3 - q1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lower = q1 - threshold * iqr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upper = q3 + threshold * iqr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is_high = sal &gt; upper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is_low = sal &lt; lower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self.df["Is_Outlier"] = is_high | is_low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self.df["Outlier_Type"] = np.where(is_high, 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"High Anomaly", np.where(is_low, "Low Anomaly", "Normal"))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self.df["Outlier_Score"] = ((sal - sal.mean()) / sal.std()).round(2)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return self.df[self.df["Is_Outlier"] == True].copy()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Work Done –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Machine-Learning Predictive Modeling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Trained an ensemble Random Forest regression model on empirical workforce parameters.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Built a Pipeline combining StandardScaler for continuous features and OneHotEncoder for categoricals.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Evaluated model performance achieving Explained Variance R² = 0.970 and Mean Absolute Error = ₹7,404.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Calculated internal Compa-Ratio (Actual Salary / Expected Market Salary) to flag flight-risk employees.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Exposes predict_salary() to power an interactive 'What-If' hiring compensation calculator.</a:t>
            </a:r>
          </a:p>
          <a:p>
            <a:pPr>
              <a:defRPr sz="1100" b="1">
                <a:solidFill>
                  <a:srgbClr val="4338CA"/>
                </a:solidFill>
              </a:defRPr>
            </a:pPr>
            <a:r>
              <a:t>Model Features: Experience Years • Department • Education • Performance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818CF8"/>
                </a:solidFill>
              </a:defRPr>
            </a:pPr>
            <a:r>
              <a:t>📁 src/predictive_models.py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343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preprocessor = ColumnTransformer(transformers=[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("num", StandardScaler(), ["Experience_Years", "Performance_Score"]),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("cat", OneHotEncoder(handle_unknown="ignore"), ["Department", "Education"])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self.pipeline = Pipeline(steps=[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("preprocessor", preprocessor),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("regressor", RandomForestRegressor(n_estimators=100, max_depth=8, random_state=42))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self.pipeline.fit(X, y)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preds = self.pipeline.predict(X)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self.r2 = round(float(r2_score(y, preds)), 3)   # ~0.970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self.mae = round(float(mean_absolute_error(y, preds)), 2) # ~₹7,404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Work Done –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3A8A"/>
                </a:solidFill>
              </a:defRPr>
            </a:pPr>
            <a:r>
              <a:t>Streamlit Application &amp; Multi-Format Exports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Built an interactive Streamlit web dashboard with custom CSS executive styling.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Added real-time dataset switcher (1,200 Enterprise records vs. 8 Minimal sample records vs. Custom file upload).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Implemented reactive sliders for salary thresholds, multi-department filters, and experience limits.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Displayed KPI metric cards for Workforce Headcount, Total Payroll, Average Salary, and Salary Spread.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 Engineered 1-click downloads for styled multi-sheet Excel (.xlsx), standalone HTML briefs, and CSV.</a:t>
            </a:r>
          </a:p>
          <a:p>
            <a:pPr>
              <a:defRPr sz="1100" b="1">
                <a:solidFill>
                  <a:srgbClr val="4338CA"/>
                </a:solidFill>
              </a:defRPr>
            </a:pPr>
            <a:r>
              <a:t>Frontend Stack: Streamlit • Altair • OpenPyXL • Tailwind HTML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950" b="1">
                <a:solidFill>
                  <a:srgbClr val="818CF8"/>
                </a:solidFill>
              </a:defRPr>
            </a:pPr>
            <a:r>
              <a:t>📁 app.py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343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Streamlit Interactive Dashboard Pipeline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dataset_source = st.sidebar.radio("Select Dataset Source:",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["Enterprise Dataset (1,200 records)", 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"Original Minimal Sample (8 records)", 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"Upload Custom CSV/Excel"])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filtered_df = full_engine.filter_records(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min_salary=salary_range[0], max_salary=salary_range[1],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departments=selected_depts, search_query=search_q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1-Click Excel Multi-Sheet Generation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sheets = {"Executive_KPIs": pd.DataFrame([kpis]),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"Department_Summary": active_engine.get_department_summary(),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"Filtered_Workforce": filtered_df}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# Download Button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st.download_button(label="📊 Download Excel", data=excel_buffer,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900">
                <a:solidFill>
                  <a:srgbClr val="E2E8F0"/>
                </a:solidFill>
                <a:latin typeface="Consolas"/>
              </a:defRPr>
            </a:pPr>
            <a:r>
              <a:t>                   file_name="workforce_intelligence.xlsx")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Outputs – Streamlit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dia_1791997413016_b485b9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10607040" cy="47234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Outputs – Baseline Benchmark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dia_1791997438169_de4633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10607040" cy="5676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Project Outputs – Universal File Intake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dia_1791997456963_ef187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10607040" cy="30868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Learning After Internship –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85800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Data Engineering &amp; Statistical Rigor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Learned how robust schema alias mapping enables universal data ingestion across varied corporate HR datasets.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Understood the limitations of simple averages and mastered statistical dispersion (IQR, standard deviation, quartiles).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Practiced Tukey IQR outlier detection to flag genuine compensation compression without parametric assumptions.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Learned how demographic parity analysis uncovers hidden pay gaps across departments and experience brackets.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Understood the importance of Compa-Ratio scoring in retaining top-performing talent.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48463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338CA"/>
                </a:solidFill>
              </a:defRPr>
            </a:pPr>
            <a:r>
              <a:t>Key Learning</a:t>
            </a:r>
          </a:p>
          <a:p>
            <a:pPr>
              <a:defRPr sz="1200">
                <a:solidFill>
                  <a:srgbClr val="1E3A8A"/>
                </a:solidFill>
              </a:defRPr>
            </a:pPr>
            <a:r>
              <a:t>Real-world workforce analytics requires combining statistical dispersion and demographic audits rather than relying on isolated mean metrics.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Learning After Internship –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85800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Machine Learning &amp; Full-Stack Deployment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Improved practical Python, Pandas, and NumPy skills for large-scale tabular processing.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Learned to integrate Scikit-Learn regression pipelines with ColumnTransformer for mixed feature types.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Gained deep understanding of model evaluation metrics (R² score, Mean Absolute Error) and feature importance.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Learned to build reactive data dashboards using Streamlit, Altair, and standalone Chart.js web applications.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•  Mastered automated Git CI/CD workflows and production cloud deployment via GitHub Pages and edge tunnels.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48463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4338CA"/>
                </a:solidFill>
              </a:defRPr>
            </a:pPr>
            <a:r>
              <a:t>Key Learning</a:t>
            </a:r>
          </a:p>
          <a:p>
            <a:pPr>
              <a:defRPr sz="1200">
                <a:solidFill>
                  <a:srgbClr val="1E3A8A"/>
                </a:solidFill>
              </a:defRPr>
            </a:pPr>
            <a:r>
              <a:t>The project connected statistical data cleaning, machine learning pipelines, interactive UI, and public cloud deployment into one unified end-to-end system.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Summary /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685800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Internship &amp; Project Outcome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Completed the Unlox Academy Machine Learning Internship / Major Project.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Developed an Enterprise Workforce Intelligence &amp; Compensation Analytics Platform.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Combined statistical dispersion, demographic pay parity audits, and Tukey IQR anomaly detection.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Integrated a machine-learning Random Forest compensation benchmarking layer (R² = 0.970).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Built dual interfaces: an interactive Streamlit web dashboard and a scriptable CLI.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 Strengthened practical engineering skills in Python, ETL, Scikit-Learn, Streamlit, and Cloud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228600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554480"/>
            <a:ext cx="32004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4338CA"/>
                </a:solidFill>
              </a:defRPr>
            </a:pPr>
            <a:r>
              <a:t>Certificate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Unlox Edge Certification</a:t>
            </a:r>
            <a:br/>
            <a:r>
              <a:t>'First Contact in Machine Learning'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931920"/>
            <a:ext cx="3566160" cy="228600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4114800"/>
            <a:ext cx="32004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4338CA"/>
                </a:solidFill>
              </a:defRPr>
            </a:pPr>
            <a:r>
              <a:t>Project</a:t>
            </a:r>
          </a:p>
          <a:p>
            <a:pPr>
              <a:spcBef>
                <a:spcPts val="600"/>
              </a:spcBef>
              <a:defRPr sz="1200" b="1">
                <a:solidFill>
                  <a:srgbClr val="1E3A8A"/>
                </a:solidFill>
              </a:defRPr>
            </a:pPr>
            <a:r>
              <a:t>Enterprise Workforce Intelligence &amp; Analytics 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0" y="320040"/>
            <a:ext cx="59436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Department of CSE(AI&amp;ML) • A.Y. 2026–27 • GCET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Bibliography /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References &amp; Academic Citations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Unlox Academy — Internship &amp; Project-Based Learning Program materials.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Unlox Edge Certification — 'First Contact in Machine Learning'.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Python Software Foundation — Python 3.14 Documentation &amp; Standard Library.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Pandas &amp; NumPy Documentation — Tabular Data Aggregation, Indexing, and Array Operations.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Scikit-Learn Developers — Ensemble Methods, Random Forest Regressor &amp; Preprocessing Pipelines.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Streamlit Framework — Reactive Web Applications and Component Architecture.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John W. Tukey — 'Exploratory Data Analysis' (Addison-Wesley, 1977) for IQR Boxplot Outlier Rules.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GitHub Repository: https://github.com/Nikhil8-coder/employee-workforce-analytics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Live Web Application: https://nikhil8-coder.github.io/employee-workforce-analytics/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>
              <a:spcAft>
                <a:spcPts val="800"/>
              </a:spcAft>
              <a:defRPr sz="1600" b="1">
                <a:solidFill>
                  <a:srgbClr val="C7D2FE"/>
                </a:solidFill>
              </a:defRPr>
            </a:pPr>
            <a:r>
              <a:t>Machine Learning Internship • Unlox Academy</a:t>
            </a:r>
          </a:p>
          <a:p>
            <a:pPr>
              <a:spcAft>
                <a:spcPts val="1600"/>
              </a:spcAft>
              <a:defRPr sz="1500">
                <a:solidFill>
                  <a:srgbClr val="E0E7FF"/>
                </a:solidFill>
              </a:defRPr>
            </a:pPr>
            <a:r>
              <a:t>Project: Enterprise Workforce Intelligence &amp; Compensation Analytics Platform</a:t>
            </a:r>
          </a:p>
          <a:p>
            <a:pPr>
              <a:defRPr sz="1300">
                <a:solidFill>
                  <a:srgbClr val="C7D2FE"/>
                </a:solidFill>
              </a:defRPr>
            </a:pPr>
            <a:r>
              <a:t>G. Shiva Shankar Vara Prasad  /  Nikhil (Nikhil8-coder)</a:t>
            </a:r>
            <a:br/>
            <a:r>
              <a:t>CSE (AI&amp;ML) • Geethanjali College of Engineering and Technology</a:t>
            </a:r>
            <a:br/>
            <a:r>
              <a:t>A.Y. 2026–27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