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37160" cy="4114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</a:defRPr>
            </a:pPr>
            <a:r>
              <a:t>GEETHANJALI COLLEGE OF ENGINEERING AND TECHNOLOGY</a:t>
            </a:r>
          </a:p>
          <a:p>
            <a:pPr>
              <a:spcAft>
                <a:spcPts val="2400"/>
              </a:spcAft>
              <a:defRPr sz="1100">
                <a:solidFill>
                  <a:srgbClr val="64748B"/>
                </a:solidFill>
              </a:defRPr>
            </a:pPr>
            <a:r>
              <a:t>(UGC Autonomous • Affiliated to JNTUH • Approved by AICTE) | Department of CSE (AI&amp;ML)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Enterprise Workforce Intelligence &amp;</a:t>
            </a:r>
          </a:p>
          <a:p>
            <a:pPr>
              <a:spcAft>
                <a:spcPts val="1400"/>
              </a:spcAft>
              <a:defRPr sz="3200" b="1">
                <a:solidFill>
                  <a:srgbClr val="6366F1"/>
                </a:solidFill>
              </a:defRPr>
            </a:pPr>
            <a:r>
              <a:t>Compensation Analytics Platform</a:t>
            </a:r>
          </a:p>
          <a:p>
            <a:pPr>
              <a:spcAft>
                <a:spcPts val="2800"/>
              </a:spcAft>
              <a:defRPr sz="1300">
                <a:solidFill>
                  <a:srgbClr val="CBD5E1"/>
                </a:solidFill>
              </a:defRPr>
            </a:pPr>
            <a:r>
              <a:t>Production-grade Workforce Analytics, Statistical Anomaly Detection, Machine Learning Salary Modeling, and Cloud Deployment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Developed by: Nikhil (Nikhil8-coder)  •  B.Tech CSE (AI &amp; ML)  •  Major Project</a:t>
            </a:r>
            <a:br/>
            <a:r>
              <a:t>GitHub: https://github.com/Nikhil8-coder/employee-workforce-analytics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338CA"/>
                </a:solidFill>
              </a:defRPr>
            </a:pPr>
            <a:r>
              <a:t>ENTERPRISE WORKFORCE INTELLIGENCE &amp; COMPENSATION ANALYTICS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Project Evolution: Basic Starter Script vs. Enterprise Suite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EF4444"/>
                </a:solidFill>
              </a:defRPr>
            </a:pPr>
            <a:r>
              <a:t>Original Starter Script (Assignment Baseline)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Data Scale: Only 8 hardcoded static mock employee rows.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Ingestion: Rigid CSV loader failing on header variations.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Math Scope: Basic company mean salary and simple group count.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Filtering: Hardcoded terminal prompt for single threshold.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Anomaly Audit: Zero outlier or statistical dispersion awareness.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Predictive Modeling: No Machine Learning or inference.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Interface: Command-line console text prints only.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 Deployment: Non-executable outside local student script.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338CA"/>
                </a:solidFill>
              </a:defRPr>
            </a:pPr>
            <a:r>
              <a:t>Enterprise Workforce Intelligence Suite (Built)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✓  Data Scale: 1,200+ Kaggle-grade realistic records across 8 departments.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✓  Ingestion: Multi-format (CSV/Excel/JSON) with schema alias mapping.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✓  Statistical Depth: Mean, Median, Std Dev, Min/Max, 25th/75th, and IQR.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✓  Workforce Audits: Demographic pay parity (gender gap) &amp; payroll share.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✓  Anomaly Engine: Tukey IQR fences (1.5x) and Z-score outlier flagging.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✓  Predictive ML: Random Forest Regressor (R² ~ 0.97, MAE ~ ₹7,400).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✓  Dual Interface: Interactive Streamlit Web UI + Formatted CLI Wizard.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✓  Public Deployment: Live on GitHub Pages, Cloudflare Tunnel &amp; Docker.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338CA"/>
                </a:solidFill>
              </a:defRPr>
            </a:pPr>
            <a:r>
              <a:t>ENTERPRISE WORKFORCE INTELLIGENCE &amp; COMPENSATION ANALYTICS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Problem Statement &amp; Strategic Engineering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2103120"/>
          </a:xfrm>
          <a:prstGeom prst="roundRect">
            <a:avLst/>
          </a:prstGeom>
          <a:solidFill>
            <a:srgbClr val="E0E7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338CA"/>
                </a:solidFill>
              </a:defRPr>
            </a:pPr>
            <a:r>
              <a:t>The Challenge in Traditional HR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Standard spreadsheet trackers fail to scale beyond a few dozen rows, lack predictive capabilities, and offer zero automated protection against internal compensation compression or demographic pay discrepancies.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21031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73736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</a:defRPr>
            </a:pPr>
            <a:r>
              <a:t>Objective 1: Multi-Format Ingestion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Develop a resilient ETL data loader that automatically recognizes varied column aliases (e.g. 'CTC', 'Annual_Salary', 'Tenure') and validates data integrity with automated feature derivation.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383280" cy="21031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73736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</a:defRPr>
            </a:pPr>
            <a:r>
              <a:t>Objective 2: Statistical Dispersion &amp; Audits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Implement rigorous statistical dispersion metrics including Interquartile Range (IQR) outlier detection to pinpoint under-compensated high performers and compensation anomalies.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3383280" cy="21031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</a:defRPr>
            </a:pPr>
            <a:r>
              <a:t>Objective 3: ML Compensation Modeling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Train a Scikit-Learn Random Forest ensemble regression model on empirical workforce parameters to forecast fair market compensation bands and Compa-Ratio benchmarks.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931920"/>
            <a:ext cx="3383280" cy="21031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1148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</a:defRPr>
            </a:pPr>
            <a:r>
              <a:t>Objective 4: Production Cloud Delivery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Provide both a client-side interactive web dashboard (accessible offline or via GitHub Pages) and a full Streamlit Python server ready for permanent cloud hosting.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931920"/>
            <a:ext cx="3383280" cy="21031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1148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</a:defRPr>
            </a:pPr>
            <a:r>
              <a:t>Objective 5: Multi-Format Reporting Hub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Enable instant automated generation of multi-sheet styled Excel workbooks with cell formatting, publication-ready HTML briefs, and filtered CSV extracts.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338CA"/>
                </a:solidFill>
              </a:defRPr>
            </a:pPr>
            <a:r>
              <a:t>ENTERPRISE WORKFORCE INTELLIGENCE &amp; COMPENSATION ANALYTICS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Technology Stack &amp; Enterprise Architectural Foundation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830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338CA"/>
                </a:solidFill>
              </a:defRPr>
            </a:pPr>
            <a:r>
              <a:t>Core Computing &amp; Analytics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 Python 3.14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 Pandas (Vectorized Aggregation)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 NumPy (Dispersion &amp; Matrix Ops)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 Scipy (Statistical Distributions)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7830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338CA"/>
                </a:solidFill>
              </a:defRPr>
            </a:pPr>
            <a:r>
              <a:t>Machine Learning &amp; AI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 Scikit-Learn (Ensemble Regressors)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 Random Forest (100 Estimators)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 ColumnTransformer &amp; OneHotEncoder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 StandardScaler &amp; Metrics (R², MAE)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3832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7830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338CA"/>
                </a:solidFill>
              </a:defRPr>
            </a:pPr>
            <a:r>
              <a:t>Interactive Frontend &amp; UI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 Streamlit (Reactive Python UI)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 Altair (Interactive Statistical Viz)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 Tailwind CSS (Modern Briefs)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 Chart.js (Client-Side HTML Web App)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33832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338CA"/>
                </a:solidFill>
              </a:defRPr>
            </a:pPr>
            <a:r>
              <a:t>Enterprise Reporting Hub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 OpenPyXL (Styled Multi-Tab Excel)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 Tabulate (ASCII Terminal Grids)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 Jinja2 (HTML Template Generation)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 CSV / JSON Multi-format Exporters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931920"/>
            <a:ext cx="33832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41605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338CA"/>
                </a:solidFill>
              </a:defRPr>
            </a:pPr>
            <a:r>
              <a:t>DevOps &amp; Cloud Delivery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 Git &amp; GitHub CLI (Automation)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 GitHub Pages (Global CDN Hosting)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 Cloudflare Tunnel (HTTP/2 Edge)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 Docker &amp; Docker-Compose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931920"/>
            <a:ext cx="33832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41605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338CA"/>
                </a:solidFill>
              </a:defRPr>
            </a:pPr>
            <a:r>
              <a:t>Quality Assurance &amp; Testing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 Unittest Framework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 Deterministic Test Fixtures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 Regression &amp; Assertion Testing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 Py_Compile Syntax Verification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338CA"/>
                </a:solidFill>
              </a:defRPr>
            </a:pPr>
            <a:r>
              <a:t>ENTERPRISE WORKFORCE INTELLIGENCE &amp; COMPENSATION ANALYTICS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Dataset Architecture &amp; Statistically Correlated Synthesis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338CA"/>
                </a:solidFill>
              </a:defRPr>
            </a:pPr>
            <a:r>
              <a:t>15-Attribute Enterprise Data Model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 Employee_ID: Unique identifier (EMP-0001 to EMP-1200)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 Name &amp; Gender: Demographic profile fields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 Department: 8 Business units (Engineering, AI, Sales, etc.)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 Job_Title: Hierarchical designations from Junior to VP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 Salary (Base): Statistically correlated compensation (₹)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 Bonus_%: Department-specific incentive ranges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 Total_Compensation: Base + Derived annual incentive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 Experience_Years: Gamma-distributed tenure (0 to 25 yrs)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 Performance_Score: Bell-curved appraisal (1.0 to 5.0)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 Attrition_Risk: High / Medium / Low retention flight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821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64208"/>
            <a:ext cx="4846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📄 data_generator.py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93392"/>
            <a:ext cx="4846320" cy="4160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# Synthetic Enterprise Correlation Engine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dept_info = DEPARTMENTS[dept]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exp_years = int(np.clip(np.random.gamma(2.5, 2.8), 0, 25))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perf_score = round(float(np.clip(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np.random.normal(3.6, 0.65), 1.0, 5.0)), 2)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base = dept_info["base_salary"]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exp_adder = exp_years * dept_info["exp_mult"]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perf_mult = 1.0 + (perf_score - 3.0) * 0.08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noise = np.random.normal(1.0, 0.07)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raw_salary = (base + exp_adder) * edu_bonus * perf_mult * noise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salary = int(round(raw_salary, -3))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# Compa-Ratio &amp; Flight Risk Assessment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comp_ratio = salary / expected_salary_benchmark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if comp_ratio &lt; 0.90 and perf_score &gt;= 4.0: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attrition_risk = "High"  # Underpaid star talent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338CA"/>
                </a:solidFill>
              </a:defRPr>
            </a:pPr>
            <a:r>
              <a:t>ENTERPRISE WORKFORCE INTELLIGENCE &amp; COMPENSATION ANALYTICS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Code Module 1: Resilient Data Ingestion &amp; Schema Mapping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338CA"/>
                </a:solidFill>
              </a:defRPr>
            </a:pPr>
            <a:r>
              <a:t>Automated ETL &amp; Sanitization Architecture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Heterogeneous Header Normalization: Maps aliases like 'CTC', 'Annual_Salary', 'Tenure', 'Designation' into unified enterprise schema.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Multi-Format Ingestion: Natively handles CSV, Excel (.xlsx, .xls), and JSON with format sniffing.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Missing Data Imputation: Automatically fills missing IDs, normalizes performance scores, and casts numeric bounds.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Feature Derivation: Automatically assigns Experience Bands (Entry, Junior, Mid, Senior, Lead) and divides compensation into Salary Quartiles (Q1 to Q4).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Validation Metadata: Generates audit summary including min/max range, null checks, and department rosters.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821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64208"/>
            <a:ext cx="4846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📄 src/data_loader.py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93392"/>
            <a:ext cx="4846320" cy="4160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def _normalize_columns(self, df: pd.DataFrame) -&gt; pd.DataFrame: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df = df.copy()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current_cols = {col.lower().strip().replace(" ", "_"): col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      for col in df.columns}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rename_map = {}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for standard_name, aliases in COLUMN_ALIASES.items():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for alias in aliases: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norm_alias = alias.lower().strip().replace(" ", "_")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if norm_alias in current_cols: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  rename_map[current_cols[norm_alias]] = standard_name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  break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df.rename(columns=rename_map, inplace=True)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return df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def _derive_features(self, df: pd.DataFrame) -&gt; pd.DataFrame: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df["Experience_Band"] = df["Experience_Years"].apply(assign_band)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df["Total_Compensation"] = df["Salary"] + df["Bonus_Amount"]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df["Salary_Quartile"] = pd.qcut(df["Salary"], q=4,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labels=["Q1 (Entry)", "Q2 (Mid-)", "Q3 (Mid+)", "Q4 (Top)"])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return df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338CA"/>
                </a:solidFill>
              </a:defRPr>
            </a:pPr>
            <a:r>
              <a:t>ENTERPRISE WORKFORCE INTELLIGENCE &amp; COMPENSATION ANALYTICS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Mathematical Formulation &amp; Analytical Foundations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338CA"/>
                </a:solidFill>
              </a:defRPr>
            </a:pPr>
            <a:r>
              <a:t>1. Central Tendency &amp; Spread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Mean:  μ = (1/N) * Σ Salary_i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Median:  Q2 (Middle rank, robust to skewness)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Standard Deviation:  σ = sqrt( (1/N) * Σ (Salary_i - μ)² )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Measures compensation variance across cohorts.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554480"/>
            <a:ext cx="5120640" cy="2103120"/>
          </a:xfrm>
          <a:prstGeom prst="roundRect">
            <a:avLst/>
          </a:prstGeom>
          <a:solidFill>
            <a:srgbClr val="E0E7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7373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338CA"/>
                </a:solidFill>
              </a:defRPr>
            </a:pPr>
            <a:r>
              <a:t>2. Tukey IQR Outlier Boundaries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Interquartile Range:  IQR = Q3 (75th) - Q1 (25th)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Lower Fence:  Q1 - 1.5 × IQR  (Underpaid flag)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Upper Fence:  Q3 + 1.5 × IQR  (Executive outlier)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Detects compensation anomalies without normal distribution assumptions.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114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338CA"/>
                </a:solidFill>
              </a:defRPr>
            </a:pPr>
            <a:r>
              <a:t>3. Demographic Pay Parity Ratio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Gender Parity Ratio = (Avg Female Salary / Avg Male Salary) * 100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Unadjusted Pay Gap = 100% - Parity Ratio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Audits equitable reward distribution across departments and experience tiers.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31920"/>
            <a:ext cx="5120640" cy="21031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114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338CA"/>
                </a:solidFill>
              </a:defRPr>
            </a:pPr>
            <a:r>
              <a:t>4. Compa-Ratio &amp; Market Parity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Compa-Ratio = Actual Base Salary / ML Predicted Market Benchmark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• &lt; 0.90 : Under-Compensated (High Flight Risk)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• 0.90 - 1.10 : Market Aligned (Target Band)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• &gt; 1.10 : Premium Compensated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338CA"/>
                </a:solidFill>
              </a:defRPr>
            </a:pPr>
            <a:r>
              <a:t>ENTERPRISE WORKFORCE INTELLIGENCE &amp; COMPENSATION ANALYTICS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Code Module 2: Core Analytics &amp; Outlier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338CA"/>
                </a:solidFill>
              </a:defRPr>
            </a:pPr>
            <a:r>
              <a:t>Executive Statistical Aggregation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Departmental Dispersion: Vectorized grouping calculating Headcount share, Payroll allocation %, Average/Median salary, and Tenure.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IQR Outlier Detection: Identifies statistical compensation anomalies globally and within specific department silos.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Multi-Criteria Query Engine: Dynamic filtering supporting simultaneous salary ranges, department subsets, tenure, and performance benchmarks.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Z-Score Analysis: Provides normalized standard deviation distance (|Z| &gt; 2.5) for audit inspections.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821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64208"/>
            <a:ext cx="4846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📄 src/analytics_engine.py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93392"/>
            <a:ext cx="4846320" cy="4160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def detect_outliers(self, method="iqr", threshold=1.5):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sal = self.df["Salary"]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if method == "iqr":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q1 = sal.quantile(0.25)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q3 = sal.quantile(0.75)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iqr = q3 - q1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lower = q1 - threshold * iqr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upper = q3 + threshold * iqr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is_high = sal &gt; upper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is_low = sal &lt; lower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self.df["Is_Outlier"] = is_high | is_low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self.df["Outlier_Type"] = np.where(is_high,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"High Anomaly", np.where(is_low, "Low Anomaly", "Normal"))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self.df["Outlier_Score"] = ((sal - sal.mean()) / sal.std()).round(2)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return self.df[self.df["Is_Outlier"] == True].copy()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338CA"/>
                </a:solidFill>
              </a:defRPr>
            </a:pPr>
            <a:r>
              <a:t>ENTERPRISE WORKFORCE INTELLIGENCE &amp; COMPENSATION ANALYTICS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Code Module 3: Machine Learning Compensation Predictor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338CA"/>
                </a:solidFill>
              </a:defRPr>
            </a:pPr>
            <a:r>
              <a:t>Scikit-Learn Ensemble Regressor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Model Architecture: Random Forest Regressor (100 estimators, max depth 8) built on an end-to-end Pipeline.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Feature Preprocessing: ColumnTransformer combining StandardScaler for continuous features (Tenure, Performance) and OneHotEncoder for categoricals (Department, Education).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Empirical Model Accuracy: Achieves Explained Variance R² = 0.970 and Mean Absolute Error (MAE) = ₹7,404.11.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Interactive Inference: Exposes predict_salary() to power real-time 'What-If' candidate compensation calculators.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821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64208"/>
            <a:ext cx="4846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📄 src/predictive_models.py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93392"/>
            <a:ext cx="4846320" cy="4160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# Ensemble Regression Pipeline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preprocessor = ColumnTransformer(transformers=[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("num", StandardScaler(), ["Experience_Years", "Performance_Score"]),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("cat", OneHotEncoder(handle_unknown="ignore"), ["Department", "Education"])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self.pipeline = Pipeline(steps=[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("preprocessor", preprocessor),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("regressor", RandomForestRegressor(n_estimators=100, max_depth=8, random_state=42))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self.pipeline.fit(X, y)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preds = self.pipeline.predict(X)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self.r2 = round(float(r2_score(y, preds)), 3)   # ~0.970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self.mae = round(float(mean_absolute_error(y, preds)), 2) # ~₹7,404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338CA"/>
                </a:solidFill>
              </a:defRPr>
            </a:pPr>
            <a:r>
              <a:t>ENTERPRISE WORKFORCE INTELLIGENCE &amp; COMPENSATION ANALYTICS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Code Module 4: Compa-Ratio Parity &amp; Retention Risk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338CA"/>
                </a:solidFill>
              </a:defRPr>
            </a:pPr>
            <a:r>
              <a:t>Retention &amp; Equity Intelligence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Internal Compa-Ratio: Compares every employee's current salary against the ML model's unbiased fair market expectation.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Under-Compensation Watchlist: Identifies top-tier talent (Rating &gt;= 4.0) earning below market threshold (&lt;90%).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Flight Risk Proaction: Allows HR leadership to implement proactive retention raises before employee departure.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Department Equity Index: Highlights budget disparities across business units to optimize future wage allocation.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821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64208"/>
            <a:ext cx="4846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📄 src/predictive_models.py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93392"/>
            <a:ext cx="4846320" cy="4160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def benchmark_workforce(self, df: pd.DataFrame) -&gt; pd.DataFrame: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benchmarked = df.copy()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features = ["Experience_Years", "Performance_Score",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  "Department", "Education"]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predicted = self.pipeline.predict(benchmarked[features])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benchmarked["Benchmark_Predicted_Salary"] = predicted.round(2)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benchmarked["Compa_Ratio"] = 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benchmarked["Salary"] / benchmarked["Benchmark_Predicted_Salary"]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).round(2)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conditions = [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(benchmarked["Compa_Ratio"] &lt; 0.90),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(benchmarked["Compa_Ratio"] &gt;= 0.90) &amp; (benchmarked["Compa_Ratio"] &lt;= 1.10),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(benchmarked["Compa_Ratio"] &gt; 1.10)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choices = ["Under-Compensated (&lt;90%)",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 "Market Aligned (90-110%)",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 "Premium Compensated (&gt;110%)"]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benchmarked["Equity_Status"] = np.select(conditions, choices)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return benchmarked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338CA"/>
                </a:solidFill>
              </a:defRPr>
            </a:pPr>
            <a:r>
              <a:t>ENTERPRISE WORKFORCE INTELLIGENCE &amp; COMPENSATION ANALYTICS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Code Module 5: Automated Enterprise Reporting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338CA"/>
                </a:solidFill>
              </a:defRPr>
            </a:pPr>
            <a:r>
              <a:t>Multi-Format Export Pipeline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Multi-Tab Styled Excel (.xlsx): Built with OpenPyXL. Generates styled worksheets (Executive KPIs, Department Breakdown, High Earners, Outliers, Full Roster) with corporate navy headers and currency formatting.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Standalone Executive HTML Briefs: Generates self-contained Tailwind CSS documents complete with KPI cards and table previews.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Filtered CSV/JSON Exports: Produces clean machine-readable data feeds for downstream payroll pipelines.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821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64208"/>
            <a:ext cx="4846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📄 src/reporter.py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93392"/>
            <a:ext cx="4846320" cy="4160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def export_excel(self, sheets: Dict[str, pd.DataFrame], filename):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with pd.ExcelWriter(path, engine="openpyxl") as writer: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for sheet_name, df in sheets.items():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df.to_excel(writer, sheet_name=sheet_name[:31], index=False)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ws = writer.sheets[sheet_name[:31]]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header_fill = PatternFill(start_color="1E3A8A", fill_type="solid")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header_font = Font(name="Calibri", size=11, bold=True, color="FFFFFF")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for cell in ws[1]: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  cell.fill = header_fill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  cell.font = header_font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  cell.alignment = Alignment(horizontal="center")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for col in ws.columns: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  max_len = max(len(str(c.value or '')) for c in col)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  col_letter = get_column_letter(col[0].column)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  ws.column_dimensions[col_letter].width = max(max_len + 4, 12)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338CA"/>
                </a:solidFill>
              </a:defRPr>
            </a:pPr>
            <a:r>
              <a:t>ENTERPRISE WORKFORCE INTELLIGENCE &amp; COMPENSATION ANALYTICS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Code Module 6: Streamlit Reactive Web Application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338CA"/>
                </a:solidFill>
              </a:defRPr>
            </a:pPr>
            <a:r>
              <a:t>Interactive Analytics Frontend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Dataset Source Switcher: Seamlessly toggle between 1,200 Enterprise records, 8 Minimal sample records, or Drag &amp; Drop Custom files.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Dynamic Reactive Controls: Live sliders for salary boundaries, multi-department pickers, experience limits, and role search.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Rich Altair Visualizations: Density histograms with mean/median rule markers and departmental boxplots.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One-Click Download Hub: Direct download buttons for CSV, JSON, Excel, and HTML briefs.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821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64208"/>
            <a:ext cx="4846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📄 app.py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93392"/>
            <a:ext cx="4846320" cy="4160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# Streamlit Interactive Dashboard Pipeline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dataset_source = st.sidebar.radio("Select Dataset Source:",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["Enterprise Dataset (1,200 records)",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"Original Minimal Sample (8 records)",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"Upload Custom CSV/Excel"])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filtered_df = full_engine.filter_records(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min_salary=salary_range[0], max_salary=salary_range[1],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departments=selected_depts, search_query=search_q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# Interactive Density Histogram with Altair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hist = alt.Chart(filtered_df).mark_bar(opacity=0.75).encode(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x=alt.X("Salary:Q", bin=alt.Bin(maxbins=25)),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y="count():Q"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mean_rule = alt.Chart(pd.DataFrame({'val': [kpis['average_salary']]})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).mark_rule(color='#EF4444', strokeWidth=2).encode(x='val:Q')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st.altair_chart(hist + mean_rule, use_container_width=True)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338CA"/>
                </a:solidFill>
              </a:defRPr>
            </a:pPr>
            <a:r>
              <a:t>ENTERPRISE WORKFORCE INTELLIGENCE &amp; COMPENSATION ANALYTICS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Code Module 7: Production Command-Line Interface (CLI)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338CA"/>
                </a:solidFill>
              </a:defRPr>
            </a:pPr>
            <a:r>
              <a:t>Dual Mode Terminal Suite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Headless Batch Automation: Scriptable argparse CLI for scheduled cron jobs and automated data pipelines.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Interactive Menu Wizard: Numbered terminal control center for manual stakeholder audits.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Cross-Platform Unicode Support: Automatic Windows CP1252 stdout reconfiguration for correct currency rendering.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Rich Tabular Display: Formatted fancy-grid table output using Tabulate.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821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64208"/>
            <a:ext cx="4846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📄 cli.py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93392"/>
            <a:ext cx="4846320" cy="4160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def main():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parser = argparse.ArgumentParser(description="Workforce Intelligence CLI")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parser.add_argument("--dataset", default="data/employees.csv")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parser.add_argument("--threshold", type=float, help="Salary benchmark")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parser.add_argument("--department", type=str, help="Department filter")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parser.add_argument("--summary", action="store_true", help="Print KPIs")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parser.add_argument("--outliers", action="store_true", help="Detect IQR anomalies")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parser.add_argument("--train-ml", action="store_true", help="Train ML model")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parser.add_argument("--export-excel", type=str, help="Save to multi-sheet Excel")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parser.add_argument("--interactive", action="store_true", help="Launch interactive wizard")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# Example Batch Execution: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# python cli.py --summary --threshold 80000 --export-excel full_report.xlsx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338CA"/>
                </a:solidFill>
              </a:defRPr>
            </a:pPr>
            <a:r>
              <a:t>ENTERPRISE WORKFORCE INTELLIGENCE &amp; COMPENSATION ANALYTICS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Live System Output: Enterprise Analytics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41148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37490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338CA"/>
                </a:solidFill>
              </a:defRPr>
            </a:pPr>
            <a:r>
              <a:t>Enterprise Cohort Execution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 Workforce Headcount: 179 Filtered Employees across 8 active departments.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 Total Annual Payroll: ₹38,577,000 annualised base expenditure.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 Average Salary: ₹215,513.97 (Median: ₹210,000).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 Dispersion: Standard Deviation ₹43,437 | IQR: ₹57,500.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 Salary Density Curve: Bell-curved distribution showing empirical central clustering.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 Department Donut: Dynamic allocation showing Engineering, AI &amp; Sales leading headcount.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554480"/>
            <a:ext cx="64008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1791997413016_b485b9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600200"/>
            <a:ext cx="6309360" cy="28096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338CA"/>
                </a:solidFill>
              </a:defRPr>
            </a:pPr>
            <a:r>
              <a:t>ENTERPRISE WORKFORCE INTELLIGENCE &amp; COMPENSATION ANALYTICS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Live System Output: Scalability &amp; Custom Upload Ingestion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dia_1791997438169_de4633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00200"/>
            <a:ext cx="5029200" cy="26914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4338CA"/>
                </a:solidFill>
              </a:defRPr>
            </a:pPr>
            <a:r>
              <a:t>Backward Compatibility: Original 8-Record Sample (Avg ₹79,125 | Payroll ₹633K)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dia_1791997456963_ef187b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00200"/>
            <a:ext cx="5120640" cy="14901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5760720"/>
            <a:ext cx="5212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4338CA"/>
                </a:solidFill>
              </a:defRPr>
            </a:pPr>
            <a:r>
              <a:t>Universal Data Intake: Ingests custom CSV, Excel (.xlsx), or JSON up to 200MB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338CA"/>
                </a:solidFill>
              </a:defRPr>
            </a:pPr>
            <a:r>
              <a:t>ENTERPRISE WORKFORCE INTELLIGENCE &amp; COMPENSATION ANALYTICS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Automated Verification &amp; Unit Test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338CA"/>
                </a:solidFill>
              </a:defRPr>
            </a:pPr>
            <a:r>
              <a:t>100% Passing Test Fixture Suite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✓  test_executive_summary_statistics: Validates mean, median, min, max, and headcount against manual mathematical derivations.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✓  test_department_aggregation: Confirms grouped department counts and aggregate salary means across partitions.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✓  test_filtering_logic: Verifies multi-condition slicing (threshold &gt;= 80,000, specific departments, and tenure limits).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✓  test_data_loader_with_aliases: Tests schema normalization of non-standard headers (e.g. 'Business Unit', 'Annual Salary').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✓  test_predictive_model_training: Validates Random Forest training pipeline and inference bounds.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✓  test_report_generator_outputs: Verifies valid physical creation of CSV, Excel (.xlsx), and HTML executive briefs.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821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64208"/>
            <a:ext cx="4846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📄 tests/test_analytics.py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93392"/>
            <a:ext cx="4846320" cy="4160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Ran 6 tests in 0.348s - OK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class TestEmployeeAnalytics(unittest.TestCase):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def test_executive_summary_statistics(self):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kpis = self.engine.get_executive_summary()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self.assertEqual(kpis["headcount"], 8)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self.assertEqual(kpis["department_count"], 4)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expected_avg = self.mock_df["Salary"].mean()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self.assertAlmostEqual(kpis["average_salary"], expected_avg, places=2)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def test_predictive_model_training(self):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predictor = CompensationPredictor()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success, msg = predictor.train(self.mock_df)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self.assertTrue(success)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pred = predictor.predict_salary(experience_years=5, department="IT")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self.assertGreater(pred, 0)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338CA"/>
                </a:solidFill>
              </a:defRPr>
            </a:pPr>
            <a:r>
              <a:t>ENTERPRISE WORKFORCE INTELLIGENCE &amp; COMPENSATION ANALYTICS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Production Cloud Deployment &amp; Global Availability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338CA"/>
                </a:solidFill>
              </a:defRPr>
            </a:pPr>
            <a:r>
              <a:t>1. GitHub Pages (Live Web App)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Public URL: https://nikhil8-coder.github.io/employee-workforce-analytics/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100% Free &amp; Permanent hosting on GitHub's global edge CDN.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Zero-dependency client-side HTML5/Tailwind/Chart.js engine.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Client-side reactive filtering and instant CSV export.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55448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7373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338CA"/>
                </a:solidFill>
              </a:defRPr>
            </a:pPr>
            <a:r>
              <a:t>2. GitHub Source Repository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Repository URL: https://github.com/Nikhil8-coder/employee-workforce-analytics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Complete source code, datasets, test suites, and Dockerfile.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25 production-grade files committed to main branch.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114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338CA"/>
                </a:solidFill>
              </a:defRPr>
            </a:pPr>
            <a:r>
              <a:t>3. Cloudflare HTTP/2 Tunnel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Live Edge Tunnel: trycloudflare.com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Exposes local Streamlit daemon to public HTTPS web traffic.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Configured with HTTP/2 protocol to bypass UDP firewall blocks.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3192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114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338CA"/>
                </a:solidFill>
              </a:defRPr>
            </a:pPr>
            <a:r>
              <a:t>4. Containerization (Docker)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Dockerfile &amp; docker-compose.yml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Containerized Python 3.11 environment.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Healthcheck endpoints ready for Render, Railway, AWS, or GCP.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6366F1"/>
                </a:solidFill>
              </a:defRPr>
            </a:pPr>
            <a:r>
              <a:t>SUMMARY &amp; KEY LEARNINGS</a:t>
            </a:r>
          </a:p>
          <a:p>
            <a:pPr>
              <a:spcAft>
                <a:spcPts val="2000"/>
              </a:spcAft>
              <a:defRPr sz="2400" b="1">
                <a:solidFill>
                  <a:srgbClr val="FFFFFF"/>
                </a:solidFill>
              </a:defRPr>
            </a:pPr>
            <a:r>
              <a:t>Enterprise Project Outcomes &amp; Deliverables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</a:defRPr>
            </a:pPr>
            <a:r>
              <a:t>✓  Complete Transformation: Successfully scaled a basic 8-record script into a 1,200-employee enterprise intelligence suite.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</a:defRPr>
            </a:pPr>
            <a:r>
              <a:t>✓  Analytical Rigor: Integrated Tukey IQR outlier detection, demographic parity ratio, and Compa-Ratio benchmarks.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</a:defRPr>
            </a:pPr>
            <a:r>
              <a:t>✓  High Predictive Accuracy: Built a Scikit-Learn Random Forest regression model achieving R² = 0.970 and MAE = ₹7,404.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</a:defRPr>
            </a:pPr>
            <a:r>
              <a:t>✓  Production Dual UI: Delivered both an interactive Streamlit web dashboard and an automated CLI for data pipelines.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</a:defRPr>
            </a:pPr>
            <a:r>
              <a:t>✓  Global Cloud Deployment: Published live on GitHub Pages (nikhil8-coder.github.io) and public GitHub repository.</a:t>
            </a:r>
          </a:p>
          <a:p>
            <a:br/>
            <a:pPr>
              <a:defRPr sz="1800" b="1">
                <a:solidFill>
                  <a:srgbClr val="6366F1"/>
                </a:solidFill>
              </a:defRPr>
            </a:pPr>
            <a:r>
              <a:t>THANK YOU!  •  Questions &amp; Feedback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